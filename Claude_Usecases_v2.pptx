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987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766560" cy="502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overview - presented to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157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7830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03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logged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3749040"/>
            <a:ext cx="17830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803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42793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178308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803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80560" y="42793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 cases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Domains covered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55409" y="55215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sessions across 7 distinct areas of experimentation with Claude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" y="1005840"/>
            <a:ext cx="20848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" y="1005840"/>
            <a:ext cx="2084832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24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Application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50792" y="901739"/>
            <a:ext cx="20848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50792" y="901739"/>
            <a:ext cx="2084832" cy="6400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1020611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178808" y="149609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78808" y="1724699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Innovation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Strategy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53312" y="2724912"/>
            <a:ext cx="20848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53312" y="2724912"/>
            <a:ext cx="2084832" cy="640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328" y="284378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481328" y="3319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547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9584" y="2724912"/>
            <a:ext cx="20848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29584" y="2724912"/>
            <a:ext cx="2084832" cy="640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284378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657600" y="3319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3547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Telecom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05856" y="2724912"/>
            <a:ext cx="208483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20785" y="2696073"/>
            <a:ext cx="2084832" cy="6400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3872" y="284378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833872" y="3319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33872" y="3547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Systems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Research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ML Application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solidFill>
            <a:srgbClr val="185FA5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agentic AI operating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demo with Ollama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video colorization FastAPI app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 API with LLM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29584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29584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sunrise/sunset AI agent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87952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8795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 for GCP log analysis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96112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document analysis AI agent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554480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 design for Streamlit app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212848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LLM with legal PDFs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871216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 with lip sync generation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529584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529584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529584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AI-powered document management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418795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87952"/>
            <a:ext cx="5029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18795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ML-to-AI learning syllabus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Innovation &amp;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solidFill>
            <a:srgbClr val="993C1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IPO Insights product with USPs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real estate sales platform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accounting application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spend analysis dashboard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896112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 app and identify market gaps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554480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app gaps using deep learning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12848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 ideas and pitch deck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871216"/>
            <a:ext cx="50292" cy="56692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products research - Indian trade portal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&amp;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solidFill>
            <a:srgbClr val="854F0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50292" cy="56692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balance sheet creation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0292" cy="56692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bank transactions in Excel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50292" cy="56692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HDFC transactions year-wise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896112"/>
            <a:ext cx="50292" cy="56692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Excel data to interactive HTML 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54480"/>
            <a:ext cx="50292" cy="56692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progress tracking from spreadsheet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DevOps, Telecom &amp;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solidFill>
            <a:srgbClr val="3B6D1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Docker Desktop WSL error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 on alternate Windows drive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 disk space on C drive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SIP performance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896112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SIPP WAV audio parsing issues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554480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SIPp audio channel limitations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12848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mono audio and SDES compatibility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871216"/>
            <a:ext cx="50292" cy="56692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page layout and cutting issues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Systems &amp; Research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solidFill>
            <a:srgbClr val="99355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use cases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96112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consumption prediction and leak detection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pirate detection system for ships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12848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 detection and repair cost estimation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71216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and solar radiation ML research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896112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896112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896112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astrology birth chart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554480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1554480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Carnatic music gamka patterns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4251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12848"/>
            <a:ext cx="50292" cy="56692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212848"/>
            <a:ext cx="4105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environmental AI agent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ideas I built with Claude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82880"/>
            <a:ext cx="1005840" cy="384048"/>
          </a:xfrm>
          <a:prstGeom prst="rect">
            <a:avLst/>
          </a:prstGeom>
          <a:solidFill>
            <a:srgbClr val="534AB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82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ideas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8696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86968"/>
            <a:ext cx="50292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3552" y="969264"/>
            <a:ext cx="1115568" cy="2468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96926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950976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261872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maritime pirate detection - ensemble ML threat scoring, 9 behavioral flags, encrypted satellite distress alerts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88696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9355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86968"/>
            <a:ext cx="50292" cy="91440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99832" y="969264"/>
            <a:ext cx="1115568" cy="24688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969264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Smart Systems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0328" y="950976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AI Council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0328" y="1261872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use cases for apartment management - water monitoring, smart visitor log, energy optimisation, WhatsApp bot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88366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3B6D1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883664"/>
            <a:ext cx="50292" cy="9144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73552" y="1965960"/>
            <a:ext cx="1115568" cy="24688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96596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194767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 Detector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" y="2258568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system for pothole detection with automated repair cost estimation - published as a research article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188366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854F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883664"/>
            <a:ext cx="50292" cy="9144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9832" y="1965960"/>
            <a:ext cx="1115568" cy="24688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9832" y="1965960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0328" y="1947672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Insights Platform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2258568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IPO analysis SaaS - 8-factor ML scoring engine, allotment simulator, premium and elite subscription tiers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80360"/>
            <a:ext cx="50292" cy="9144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962656"/>
            <a:ext cx="1115568" cy="24688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9626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/ Finance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" y="29443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TallyChain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" y="3255264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 accounting app with immutable financial ledger and Python smart contract integration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288036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93C1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880360"/>
            <a:ext cx="50292" cy="9144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9832" y="2962656"/>
            <a:ext cx="1115568" cy="24688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296265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0328" y="2944368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10328" y="3255264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real estate sales agent Priya powered by Gemini - lead scoring CRM, multilingual chat, A/B learning analytics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877056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534AB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877056"/>
            <a:ext cx="50292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73552" y="3959352"/>
            <a:ext cx="1115568" cy="2468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9593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4048" y="394106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LexIQ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84048" y="4251960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SaaS for FIR legal document analysis - 90-second turnaround, 3-tier pricing, 7-tab intelligence dashboard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3877056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3877056"/>
            <a:ext cx="50292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99832" y="3959352"/>
            <a:ext cx="1115568" cy="2468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99832" y="39593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0328" y="3941064"/>
            <a:ext cx="2761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AgentOS Mobile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910328" y="4251960"/>
            <a:ext cx="3986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agentic AI OS for BFSI, healthcare and govt - privacy-first, $47.8B TAM, India and UK go-to-market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766560" cy="502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1498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handles complex multi-step AI development - agentic systems, video AI, audio APIs, and LLM fine-tuning.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7510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creation is highly automated - PDFs, PowerPoints, Word docs, and knowledge graphs produced at speed.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93522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original product ideas built from scratch - SENTINEL, PropAI, LexIQ, AgentOS, IPO Insights, TallyChain and more.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20624" cy="42062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895344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sessions logged, 60+ unique use cases across 7 domains - demonstrating consistent, real-world productivity gains.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Experiments  |  Management Presentation  |  May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650</Words>
  <Application>Microsoft Office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Use Case Experiments</dc:title>
  <dc:subject>PptxGenJS Presentation</dc:subject>
  <dc:creator>Raj</dc:creator>
  <cp:lastModifiedBy>Rajasekhar Amirapu</cp:lastModifiedBy>
  <cp:revision>5</cp:revision>
  <dcterms:created xsi:type="dcterms:W3CDTF">2026-05-07T15:12:36Z</dcterms:created>
  <dcterms:modified xsi:type="dcterms:W3CDTF">2026-05-07T15:26:07Z</dcterms:modified>
</cp:coreProperties>
</file>