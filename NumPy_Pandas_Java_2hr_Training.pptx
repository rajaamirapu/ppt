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57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NumPy &amp; Pandas for Java Developers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2-Hour Intensive Training</a:t>
            </a:r>
          </a:p>
          <a:p>
            <a:r>
              <a:t>Audience: 10+ Years Java Experience</a:t>
            </a:r>
          </a:p>
          <a:p>
            <a:r>
              <a:t>Banking &amp; Airport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Map Java concepts to Python analytics</a:t>
            </a:r>
          </a:p>
          <a:p>
            <a:r>
              <a:t>• Use NumPy &amp; Pandas for enterprise data</a:t>
            </a:r>
          </a:p>
          <a:p>
            <a:r>
              <a:t>• Apply to Banking &amp; Airport domains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Java Developers Need Python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= Transaction Systems</a:t>
            </a:r>
          </a:p>
          <a:p>
            <a:r>
              <a:t>Python = Analytics &amp; Insights</a:t>
            </a:r>
          </a:p>
          <a:p>
            <a:r>
              <a:t>Together = Enterprise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Java vs Python – Clear Role Separation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Java: APIs, Core Systems</a:t>
            </a:r>
          </a:p>
          <a:p>
            <a:r>
              <a:t>Python: Analytics, Reporting, ML</a:t>
            </a:r>
          </a:p>
          <a:p>
            <a:r>
              <a:t>Python complements Java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Mapping: Java → 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POJO → Row</a:t>
            </a:r>
          </a:p>
          <a:p>
            <a:r>
              <a:t>List&lt;POJO&gt; → DataFrame</a:t>
            </a:r>
          </a:p>
          <a:p>
            <a:r>
              <a:t>Streams → Vectorized Ops</a:t>
            </a:r>
          </a:p>
          <a:p>
            <a:r>
              <a:t>SQL → groupby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NumPy Fundamentals (Java Mindset)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Arrays instead of loops</a:t>
            </a:r>
          </a:p>
          <a:p>
            <a:r>
              <a:t>Vectorized execution</a:t>
            </a:r>
          </a:p>
          <a:p>
            <a:r>
              <a:t>Used for simulations &amp; forecasts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NumPy Is Fast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Memory-contiguous arrays</a:t>
            </a:r>
          </a:p>
          <a:p>
            <a:r>
              <a:t>CPU-optimized math</a:t>
            </a:r>
          </a:p>
          <a:p>
            <a:r>
              <a:t>Ideal for large datasets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Pandas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DataFrame &amp; Series</a:t>
            </a:r>
          </a:p>
          <a:p>
            <a:r>
              <a:t>Filtering &amp; aggregation</a:t>
            </a:r>
          </a:p>
          <a:p>
            <a:r>
              <a:t>Time-series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Pandas vs Java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Less boilerplate</a:t>
            </a:r>
          </a:p>
          <a:p>
            <a:r>
              <a:t>Faster experimentation</a:t>
            </a:r>
          </a:p>
          <a:p>
            <a:r>
              <a:t>One-liner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Banking Domain – Data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Transactions</a:t>
            </a:r>
          </a:p>
          <a:p>
            <a:r>
              <a:t>Loans &amp; EMIs</a:t>
            </a:r>
          </a:p>
          <a:p>
            <a:r>
              <a:t>Risk &amp; compliance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Banking Analytics with 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Branch-wise totals</a:t>
            </a:r>
          </a:p>
          <a:p>
            <a:r>
              <a:t>High-value detection</a:t>
            </a:r>
          </a:p>
          <a:p>
            <a:r>
              <a:t>Customer behavior insights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Banking Risk with NumPy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EMI simulations</a:t>
            </a:r>
          </a:p>
          <a:p>
            <a:r>
              <a:t>Credit risk scores</a:t>
            </a:r>
          </a:p>
          <a:p>
            <a:r>
              <a:t>Stress testing portfolios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Banking Hands-on Lab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risky transactions</a:t>
            </a:r>
          </a:p>
          <a:p>
            <a:r>
              <a:t>Identify NPAs</a:t>
            </a:r>
          </a:p>
          <a:p>
            <a:r>
              <a:t>Compute exposure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Airport Domain – Data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Flights &amp; delays</a:t>
            </a:r>
          </a:p>
          <a:p>
            <a:r>
              <a:t>Passenger movement</a:t>
            </a:r>
          </a:p>
          <a:p>
            <a:r>
              <a:t>Operational metrics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Flight Delay Analytics (Pandas)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Delayed flights &gt; 15 min</a:t>
            </a:r>
          </a:p>
          <a:p>
            <a:r>
              <a:t>Airline punctuality</a:t>
            </a:r>
          </a:p>
          <a:p>
            <a:r>
              <a:t>Root-cause analysis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Passenger Flow &amp; Congestion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Peak hour detection</a:t>
            </a:r>
          </a:p>
          <a:p>
            <a:r>
              <a:t>Rolling averages</a:t>
            </a:r>
          </a:p>
          <a:p>
            <a:r>
              <a:t>SLA monitoring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Airport Optimization with NumPy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Runway throughput</a:t>
            </a:r>
          </a:p>
          <a:p>
            <a:r>
              <a:t>Gate allocation</a:t>
            </a:r>
          </a:p>
          <a:p>
            <a:r>
              <a:t>Delay propagation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Architecture 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systems</a:t>
            </a:r>
          </a:p>
          <a:p>
            <a:r>
              <a:t>Kafka / DB</a:t>
            </a:r>
          </a:p>
          <a:p>
            <a:r>
              <a:t>Python analytics layer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Senior Java Engineers Gain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insights</a:t>
            </a:r>
          </a:p>
          <a:p>
            <a:r>
              <a:t>Less code</a:t>
            </a:r>
          </a:p>
          <a:p>
            <a:r>
              <a:t>AI/ML readiness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 &amp; Next Steps</a:t>
            </a:r>
          </a:p>
        </p:txBody>
      </p:sp>
      <p:pic>
        <p:nvPicPr>
          <p:cNvPr id="1026" name="Picture 2" descr="Thank You In Different Languages Images – Browse 3,593 Stock ...">
            <a:extLst>
              <a:ext uri="{FF2B5EF4-FFF2-40B4-BE49-F238E27FC236}">
                <a16:creationId xmlns:a16="http://schemas.microsoft.com/office/drawing/2014/main" id="{80E39ED0-A02B-58B0-0C10-1AEC7F6575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17638"/>
            <a:ext cx="7850616" cy="4303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280</Words>
  <Application>Microsoft Office PowerPoint</Application>
  <PresentationFormat>On-screen Show (4:3)</PresentationFormat>
  <Paragraphs>78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NumPy &amp; Pandas for Java Developers</vt:lpstr>
      <vt:lpstr>Training Objectives</vt:lpstr>
      <vt:lpstr>Why Java Developers Need Python Analytics</vt:lpstr>
      <vt:lpstr>Java vs Python – Clear Role Separation</vt:lpstr>
      <vt:lpstr>Concept Mapping: Java → Pandas</vt:lpstr>
      <vt:lpstr>NumPy Fundamentals (Java Mindset)</vt:lpstr>
      <vt:lpstr>Why NumPy Is Fast</vt:lpstr>
      <vt:lpstr>Pandas Fundamentals</vt:lpstr>
      <vt:lpstr>Pandas vs Java Streams</vt:lpstr>
      <vt:lpstr>Banking Domain – Data Landscape</vt:lpstr>
      <vt:lpstr>Banking Analytics with Pandas</vt:lpstr>
      <vt:lpstr>Banking Risk with NumPy</vt:lpstr>
      <vt:lpstr>Banking Hands-on Lab Summary</vt:lpstr>
      <vt:lpstr>Airport Domain – Data Landscape</vt:lpstr>
      <vt:lpstr>Flight Delay Analytics (Pandas)</vt:lpstr>
      <vt:lpstr>Passenger Flow &amp; Congestion</vt:lpstr>
      <vt:lpstr>Airport Optimization with NumPy</vt:lpstr>
      <vt:lpstr>Enterprise Architecture Fit</vt:lpstr>
      <vt:lpstr>What Senior Java Engineers Gain</vt:lpstr>
      <vt:lpstr>Wrap-up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Rajasekhar Amirapu</cp:lastModifiedBy>
  <cp:revision>2</cp:revision>
  <dcterms:created xsi:type="dcterms:W3CDTF">2013-01-27T09:14:16Z</dcterms:created>
  <dcterms:modified xsi:type="dcterms:W3CDTF">2026-01-06T02:18:08Z</dcterms:modified>
  <cp:category/>
</cp:coreProperties>
</file>