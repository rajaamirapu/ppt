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772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Load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orchestration of SIPp and JMeter to load-test the SIP/SIPREC analytics pipeline — faster feedback, continuous coverage, built-in guardrails.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 |  Generative AI Architect, Coforge — HSBC Engagement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6327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load-testing process can't keep pace with delivery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 cycles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54480" y="238658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iteration needs a manual re-run, re-config, and re-check — hours pass before the next data point.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756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132320" y="238658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SIPp, JMeter and monitoring dashboards are coordinated by hand, with no shared decision logic.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105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test scripts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54480" y="44897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thread counts and timers can't adapt to what the system is actually doing in real time.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8862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7880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05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risk discovery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132320" y="44897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SLA issues often surface only after release, when they're more costly to fix.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orchestrating agent replaces manual test coordination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LLM-driven orchestrator plans each test, runs SIPp and JMeter directly, reads the results, and decides the next step — closing the loop between test design and execution without a human re-triggering every run.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3063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435" y="32534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sets load level, target endpoint, and duration based on the goal and prior results.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9352" y="4160520"/>
            <a:ext cx="356616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306324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755" y="32534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Execute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SIPp (signaling/RTP) and JMeter (WebSocket/API) automatically — no manual scripts.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62672" y="4160520"/>
            <a:ext cx="356616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046720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26880" y="3063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075" y="325343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Adapt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2104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latency, error rate and throughput, then decides: scale up, stop, or flag an issue.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orchestrates two existing tools across the SIP/SIPREC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92040" y="1691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19431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18562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0" y="2221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decides · logs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63040" y="32461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91640" y="3474720"/>
            <a:ext cx="594360" cy="59436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174" y="36292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2468880" y="3813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+ RTP load against Kamailio / SIPrecConnector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0" y="32461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43800" y="3474720"/>
            <a:ext cx="594360" cy="59436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334" y="36292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21040" y="3813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API load against transcription &amp; monitoring UI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154680" y="2743200"/>
            <a:ext cx="292608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080760" y="2743200"/>
            <a:ext cx="292608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337560" y="489204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66160" y="503834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561" y="518574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97680" y="50566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results: latency, error rate, throughput, SLA breaches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154680" y="4434840"/>
            <a:ext cx="1097280" cy="45720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06840" y="4434840"/>
            <a:ext cx="-1097280" cy="45720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80760" y="2743200"/>
            <a:ext cx="0" cy="2148840"/>
          </a:xfrm>
          <a:prstGeom prst="line">
            <a:avLst/>
          </a:prstGeom>
          <a:noFill/>
          <a:ln w="22225">
            <a:solidFill>
              <a:srgbClr val="E8A33D"/>
            </a:solidFill>
            <a:prstDash val="dash"/>
            <a:headEnd type="triangle"/>
          </a:ln>
        </p:spPr>
      </p:sp>
      <p:sp>
        <p:nvSpPr>
          <p:cNvPr id="27" name="Text 21"/>
          <p:cNvSpPr/>
          <p:nvPr/>
        </p:nvSpPr>
        <p:spPr>
          <a:xfrm>
            <a:off x="6190488" y="35250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 for delivery and risk posture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76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cycles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198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40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1188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coverage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04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4652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pre-release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82880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812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7681" y="22695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8116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of every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result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4526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load-testing shifts from a periodic, manual checkpoint to a continuous, self-driving validation capability — directly supporting faster, lower-risk releases.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regulated environment — autonomy stays inside approved limits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262F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48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54480" y="24323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exceed pre-approved load thresholds — limits are enforced outside the agent's own control.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262F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214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048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132320" y="24323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 touching staging or production-adjacent systems requires sign-off before execution.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262F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702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54480" y="45811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parameter and result is logged for compliance and post-incident review.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9776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262F6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702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Sandbox-first rollout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132320" y="45811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first in an isolated non-prod environment before any staging or prod-like exposure.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path from proof of concept to autonomous, guarded scaling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6212" y="228600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96212" y="2286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JMeter on the WebSocket/transcription layer, in sandbox. All decisions human-reviewed.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3657600"/>
            <a:ext cx="192024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0852" y="228600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30852" y="2286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SIP Signaling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57600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SIPp control; correlate signaling load with downstream API performance.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9048" y="3657600"/>
            <a:ext cx="192024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5492" y="228600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65492" y="2286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an automated regression gate ahead of releases, with defined pass/fail thresholds.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33688" y="3657600"/>
            <a:ext cx="192024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00132" y="228600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200132" y="2286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8116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8116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Autonomy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26880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scales tests independently within approved ceilings; exceptions still escalate to a human.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access for the Phase 1 proof of concept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5786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2-week window to build and validate the orchestrator + JMeter integration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72968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1455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initial load ceilings and approval-gate thresholds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822960" y="416052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262F6E"/>
          </a:solidFill>
          <a:ln/>
        </p:spPr>
      </p:sp>
      <p:sp>
        <p:nvSpPr>
          <p:cNvPr id="13" name="Shape 7"/>
          <p:cNvSpPr/>
          <p:nvPr/>
        </p:nvSpPr>
        <p:spPr>
          <a:xfrm>
            <a:off x="1097280" y="4434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62" y="4636922"/>
            <a:ext cx="373075" cy="3730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148840" y="43708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2148840" y="4718304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working approach for agent-driven load testing, plus a clear go / no-go decision for Phase 2 expansion.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Load &amp; Performance Testing</dc:title>
  <dc:subject>PptxGenJS Presentation</dc:subject>
  <dc:creator>Raj</dc:creator>
  <cp:lastModifiedBy>Raj</cp:lastModifiedBy>
  <cp:revision>1</cp:revision>
  <dcterms:created xsi:type="dcterms:W3CDTF">2026-06-18T06:57:23Z</dcterms:created>
  <dcterms:modified xsi:type="dcterms:W3CDTF">2026-06-18T06:57:23Z</dcterms:modified>
</cp:coreProperties>
</file>